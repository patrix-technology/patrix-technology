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05156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Khayali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42900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خيالي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— A Guide for Nursery Staff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E204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614476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storybooks that teach real values — in every child's own name, language, and character.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Khayali does for your nursery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 becomes the hero of a short illustrated story that teaches one real value — healthy eating, honesty, hand-washing, starting school, and more — using their own name, their own chosen character, and their own language.</a:t>
            </a:r>
            <a:endParaRPr lang="en-US" sz="1500" dirty="0"/>
          </a:p>
        </p:txBody>
      </p:sp>
      <p:pic>
        <p:nvPicPr>
          <p:cNvPr id="5" name="Image 0" descr="/tmp/claude-0/-home-user-PATRIX-Technology/c80d2a49-d0a0-5b05-bff1-0e28a63155b8/scratchpad/deck/icons/book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82880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269480" y="17830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Illustrated, not generic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212140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is freshly illustrated for that child — never a template with a name swapped in.</a:t>
            </a:r>
            <a:endParaRPr lang="en-US" sz="1150" dirty="0"/>
          </a:p>
        </p:txBody>
      </p:sp>
      <p:pic>
        <p:nvPicPr>
          <p:cNvPr id="8" name="Image 1" descr="/tmp/claude-0/-home-user-PATRIX-Technology/c80d2a49-d0a0-5b05-bff1-0e28a63155b8/scratchpad/deck/icons/languag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063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3017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Arabic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269480" y="335584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theme is available in both languages, with the child's own name in the language the story is written in.</a:t>
            </a:r>
            <a:endParaRPr lang="en-US" sz="1150" dirty="0"/>
          </a:p>
        </p:txBody>
      </p:sp>
      <p:pic>
        <p:nvPicPr>
          <p:cNvPr id="11" name="Image 2" descr="/tmp/claude-0/-home-user-PATRIX-Technology/c80d2a49-d0a0-5b05-bff1-0e28a63155b8/scratchpad/deck/icons/shield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4297680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269480" y="4251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7269480" y="459028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 is never created until a parent has actively granted consent — see Step 2.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 decides what you can 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E2040"/>
          </a:solidFill>
          <a:ln w="12700">
            <a:solidFill>
              <a:srgbClr val="262A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20240" y="2148840"/>
            <a:ext cx="822960" cy="822960"/>
          </a:xfrm>
          <a:prstGeom prst="ellipse">
            <a:avLst/>
          </a:prstGeom>
          <a:solidFill>
            <a:srgbClr val="2FBFA6"/>
          </a:solidFill>
          <a:ln/>
        </p:spPr>
      </p:sp>
      <p:pic>
        <p:nvPicPr>
          <p:cNvPr id="6" name="Image 0" descr="/tmp/claude-0/-home-user-PATRIX-Technology/c80d2a49-d0a0-5b05-bff1-0e28a63155b8/scratchpad/deck/icons/owner-1415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264" y="2340864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154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657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access, including billing and inviting staff. One per nursery — whoever signed up.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78308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E2040"/>
          </a:solidFill>
          <a:ln w="12700">
            <a:solidFill>
              <a:srgbClr val="262A4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5000" y="2148840"/>
            <a:ext cx="822960" cy="82296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11" name="Image 1" descr="/tmp/claude-0/-home-user-PATRIX-Technology/c80d2a49-d0a0-5b05-bff1-0e28a63155b8/scratchpad/deck/icons/admin-14152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234086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154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3657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Staff can do, plus deleting a child's profile.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0" y="178308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E2040"/>
          </a:solidFill>
          <a:ln w="12700">
            <a:solidFill>
              <a:srgbClr val="262A4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9760" y="2148840"/>
            <a:ext cx="822960" cy="822960"/>
          </a:xfrm>
          <a:prstGeom prst="ellipse">
            <a:avLst/>
          </a:prstGeom>
          <a:solidFill>
            <a:srgbClr val="E2708A"/>
          </a:solidFill>
          <a:ln/>
        </p:spPr>
      </p:sp>
      <p:pic>
        <p:nvPicPr>
          <p:cNvPr id="16" name="Image 2" descr="/tmp/claude-0/-home-user-PATRIX-Technology/c80d2a49-d0a0-5b05-bff1-0e28a63155b8/scratchpad/deck/icons/staff-14152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234086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0" y="3154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549640" y="3657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children, create and approve stories, request parent consent.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steps, start to finish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E204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child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679192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8036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262A4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parent consent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12064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E20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5780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theme &amp; create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6092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262A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approve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400032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E204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38360" y="29443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738360" y="36118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&amp; share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five slides walk through each step in order.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child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child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name (English) — required</a:t>
            </a:r>
            <a:endParaRPr lang="en-US" sz="145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14600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4871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name, Arabic first &amp; family name — optional</a:t>
            </a:r>
            <a:endParaRPr lang="en-US" sz="145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81528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05409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Pronoun, class or group, preferred language</a:t>
            </a:r>
            <a:endParaRPr lang="en-US" sz="1450" dirty="0"/>
          </a:p>
        </p:txBody>
      </p:sp>
      <p:pic>
        <p:nvPicPr>
          <p:cNvPr id="11" name="Image 4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48456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51560" y="36210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animated character: hair, skin tone, outfit colour, one accessory</a:t>
            </a:r>
            <a:endParaRPr lang="en-US" sz="1450" dirty="0"/>
          </a:p>
        </p:txBody>
      </p:sp>
      <p:sp>
        <p:nvSpPr>
          <p:cNvPr id="13" name="Text 6"/>
          <p:cNvSpPr txBox="1"/>
          <p:nvPr/>
        </p:nvSpPr>
        <p:spPr>
          <a:xfrm>
            <a:off x="640080" y="44805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Arabic first name matters: when a story is created in Arabic, it uses the Arabic name instead of the English one, so it never sits oddly mid-sentence in Arabic prose.</a:t>
            </a:r>
            <a:endParaRPr lang="en-US" sz="1250" dirty="0"/>
          </a:p>
        </p:txBody>
      </p:sp>
      <p:sp>
        <p:nvSpPr>
          <p:cNvPr id="14" name="Text 7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parent consent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consent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child's profile, generate a consent link or a QR code</a:t>
            </a:r>
            <a:endParaRPr lang="en-US" sz="140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24912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69748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opens it and sees exactly what will be used — first name and a cartoon avatar, never a real photo unless they separately opt in</a:t>
            </a:r>
            <a:endParaRPr lang="en-US" sz="140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02152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4747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 cannot be created until consent shows as Granted</a:t>
            </a:r>
            <a:endParaRPr lang="en-US" sz="1400" dirty="0"/>
          </a:p>
        </p:txBody>
      </p:sp>
      <p:pic>
        <p:nvPicPr>
          <p:cNvPr id="11" name="Image 4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79392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51560" y="42519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withdraw consent at any time, which deletes that child's story files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theme &amp; create the story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5" name="Image 0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8483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8288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Eating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19272" y="18288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8" name="Image 1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208483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005072" y="18288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998464" y="18288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1" name="Image 2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2084832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684264" y="18288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Washing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77656" y="18288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4" name="Image 3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36" y="2084832"/>
            <a:ext cx="402336" cy="40233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63456" y="18288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Brushing Teeth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40080" y="290779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7" name="Image 4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163824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25880" y="29077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Day of School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3319272" y="290779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0" name="Image 5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3163824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005072" y="29077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Sibling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5998464" y="290779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3" name="Image 6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4" y="3163824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684264" y="29077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Money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8677656" y="290779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6" name="Image 7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0536" y="3163824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9363456" y="290779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Day Gratitude</a:t>
            </a:r>
            <a:endParaRPr lang="en-US" sz="1200" dirty="0"/>
          </a:p>
        </p:txBody>
      </p:sp>
      <p:sp>
        <p:nvSpPr>
          <p:cNvPr id="28" name="Text 18"/>
          <p:cNvSpPr txBox="1"/>
          <p:nvPr/>
        </p:nvSpPr>
        <p:spPr>
          <a:xfrm>
            <a:off x="640080" y="4160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 only appear once they've passed native-language review in that language — pick one, and the story generates automatically.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30" name="Text 20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 approve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takes under a minute — the page updates itself, no need to refresh</a:t>
            </a:r>
            <a:endParaRPr lang="en-US" sz="140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24912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69748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 4 pages shows its own illustration and status</a:t>
            </a:r>
            <a:endParaRPr lang="en-US" sz="140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02152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4747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happy with one page's picture? Regenerate just that page, not the whole story</a:t>
            </a:r>
            <a:endParaRPr lang="en-US" sz="1400" dirty="0"/>
          </a:p>
        </p:txBody>
      </p:sp>
      <p:pic>
        <p:nvPicPr>
          <p:cNvPr id="11" name="Image 4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79392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51560" y="42519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every page looks right, approve the story to unlock downloading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 &amp; share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download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PDF — one approved story, ready to print or send digitally</a:t>
            </a:r>
            <a:endParaRPr lang="en-US" sz="140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24912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69748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all stories (ZIP) — every approved story across every child, in one file</a:t>
            </a:r>
            <a:endParaRPr lang="en-US" sz="140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02152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4747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for a keepsake, or share the PDF directly with the parent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tips for great stories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bulb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737360"/>
            <a:ext cx="1463040" cy="1463040"/>
          </a:xfrm>
          <a:prstGeom prst="rect">
            <a:avLst/>
          </a:prstGeom>
        </p:spPr>
      </p:pic>
      <p:pic>
        <p:nvPicPr>
          <p:cNvPr id="5" name="Image 1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9202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theme to the moment — "New Sibling" lands best in the weeks around an actual arrival</a:t>
            </a:r>
            <a:endParaRPr lang="en-US" sz="1350" dirty="0"/>
          </a:p>
        </p:txBody>
      </p:sp>
      <p:pic>
        <p:nvPicPr>
          <p:cNvPr id="7" name="Image 2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24912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269748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Arabic name field for any child likely to get an Arabic story, even if today's story is in English</a:t>
            </a:r>
            <a:endParaRPr lang="en-US" sz="1350" dirty="0"/>
          </a:p>
        </p:txBody>
      </p:sp>
      <p:pic>
        <p:nvPicPr>
          <p:cNvPr id="9" name="Image 3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02152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51560" y="34747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photo-based character (instead of the cartoon avatar) is an entirely separate, optional consent - most nurseries will not need it</a:t>
            </a:r>
            <a:endParaRPr lang="en-US" sz="1350" dirty="0"/>
          </a:p>
        </p:txBody>
      </p:sp>
      <p:pic>
        <p:nvPicPr>
          <p:cNvPr id="11" name="Image 4" descr="/tmp/claude-0/-home-user-PATRIX-Technology/c80d2a49-d0a0-5b05-bff1-0e28a63155b8/scratchpad/deck/icons/check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79392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51560" y="42519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page's picture looks off, regenerate just that page — it only takes a few seconds</a:t>
            </a:r>
            <a:endParaRPr lang="en-US" sz="1350" dirty="0"/>
          </a:p>
        </p:txBody>
      </p:sp>
      <p:sp>
        <p:nvSpPr>
          <p:cNvPr id="13" name="Text 6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on something?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whatsapp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8384" y="201168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37490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us on WhatsApp from the Support tab in your dashboard sidebar.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425196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usually reply within a few hours during UAE business hours.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Staff Guide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01168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79476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That's everything to get started.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0" y="44348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child, the hero of their own story.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2026-09-25T17:20:34Z</dcterms:created>
  <dcterms:modified xsi:type="dcterms:W3CDTF">2026-09-25T17:20:34Z</dcterms:modified>
</cp:coreProperties>
</file>
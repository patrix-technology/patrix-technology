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TRIX-Technology/public/brand/ownly-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68580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3317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Ownly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Offer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663440" y="3977640"/>
            <a:ext cx="2834640" cy="411480"/>
          </a:xfrm>
          <a:prstGeom prst="roundRect">
            <a:avLst>
              <a:gd name="adj" fmla="val 48889"/>
            </a:avLst>
          </a:prstGeom>
          <a:solidFill>
            <a:srgbClr val="262A4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663440" y="3977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PARTNER OFFER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4846320"/>
            <a:ext cx="9448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personalised story every month — plus real printed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keepsakes, at prices built for nurseries like yours.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SUBSCRIPTION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plan that fits your nursery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4023360"/>
          </a:xfrm>
          <a:prstGeom prst="roundRect">
            <a:avLst>
              <a:gd name="adj" fmla="val 3733"/>
            </a:avLst>
          </a:prstGeom>
          <a:solidFill>
            <a:srgbClr val="1E204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499</a:t>
            </a:r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/month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3337560"/>
            <a:ext cx="2880360" cy="0"/>
          </a:xfrm>
          <a:prstGeom prst="line">
            <a:avLst/>
          </a:prstGeom>
          <a:noFill/>
          <a:ln w="9525">
            <a:solidFill>
              <a:srgbClr val="A9A6C9">
                <a:alpha val="3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204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5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stories / mo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5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staff seats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branch piloting the product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429000" cy="4160520"/>
          </a:xfrm>
          <a:prstGeom prst="roundRect">
            <a:avLst>
              <a:gd name="adj" fmla="val 3733"/>
            </a:avLst>
          </a:prstGeom>
          <a:solidFill>
            <a:srgbClr val="262A4D"/>
          </a:solidFill>
          <a:ln w="19050">
            <a:solidFill>
              <a:srgbClr val="E3AC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34940" y="1490472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3AC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34940" y="14904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057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5603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1,299</a:t>
            </a:r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/month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617720" y="3200400"/>
            <a:ext cx="2880360" cy="0"/>
          </a:xfrm>
          <a:prstGeom prst="line">
            <a:avLst/>
          </a:prstGeom>
          <a:noFill/>
          <a:ln w="9525">
            <a:solidFill>
              <a:srgbClr val="A9A6C9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7720" y="33832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5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stories / mo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5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staff seats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3891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multi-branch nursery or a school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46720" y="1828800"/>
            <a:ext cx="3429000" cy="4023360"/>
          </a:xfrm>
          <a:prstGeom prst="roundRect">
            <a:avLst>
              <a:gd name="adj" fmla="val 3733"/>
            </a:avLst>
          </a:prstGeom>
          <a:solidFill>
            <a:srgbClr val="1E204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21945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6974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7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3,499</a:t>
            </a:r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/month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8321040" y="3337560"/>
            <a:ext cx="2880360" cy="0"/>
          </a:xfrm>
          <a:prstGeom prst="line">
            <a:avLst/>
          </a:prstGeom>
          <a:noFill/>
          <a:ln w="9525">
            <a:solidFill>
              <a:srgbClr val="A9A6C9">
                <a:alpha val="3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35204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5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stories / mo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✦"/>
            </a:pPr>
            <a:r>
              <a:rPr lang="en-US" sz="135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staff seats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526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nursery group running across many locations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billing: 2 months free on every tier. Every plan includes bilingual (English + Arabic) stories, parent consent management, and PDF download.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Pricing &amp; Offer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KEEPSAKES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more you order, the less you pay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E204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691640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book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69164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69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69164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checkout price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60904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E20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266090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10 - 49 books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660904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59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66090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Class-set pricing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30168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E20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630168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50 - 99 books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63016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54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630168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pricing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599432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262A4D"/>
          </a:solidFill>
          <a:ln w="19050">
            <a:solidFill>
              <a:srgbClr val="E3AC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599432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100+ books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59943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49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45994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DELIVERY INCLUDED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printed story, including the custom cover and nursery branding. Orders of 10+ are arranged directly with our team — just message us with your class list.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Pricing &amp; Offer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OFFER — FIRST 10 NURSERIES ONLY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Founding Partner Offer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207008"/>
          </a:xfrm>
          <a:prstGeom prst="roundRect">
            <a:avLst>
              <a:gd name="adj" fmla="val 9091"/>
            </a:avLst>
          </a:prstGeom>
          <a:solidFill>
            <a:srgbClr val="1E204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1975104"/>
            <a:ext cx="640080" cy="640080"/>
          </a:xfrm>
          <a:prstGeom prst="ellipse">
            <a:avLst/>
          </a:prstGeom>
          <a:solidFill>
            <a:srgbClr val="262A4D"/>
          </a:solidFill>
          <a:ln w="15875">
            <a:solidFill>
              <a:srgbClr val="E270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751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7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189280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 off your first 3 months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76856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price on any plan while you get your whole nursery onboarded — full access from day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44952"/>
            <a:ext cx="10881360" cy="1207008"/>
          </a:xfrm>
          <a:prstGeom prst="roundRect">
            <a:avLst>
              <a:gd name="adj" fmla="val 9091"/>
            </a:avLst>
          </a:prstGeom>
          <a:solidFill>
            <a:srgbClr val="1E2040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328416"/>
            <a:ext cx="640080" cy="640080"/>
          </a:xfrm>
          <a:prstGeom prst="ellipse">
            <a:avLst/>
          </a:prstGeom>
          <a:solidFill>
            <a:srgbClr val="262A4D"/>
          </a:solidFill>
          <a:ln w="15875">
            <a:solidFill>
              <a:srgbClr val="E270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32841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7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24612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printed books, on us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3630168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real, physical copy for 5 children — see and hold the quality before you commit further.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98264"/>
            <a:ext cx="10881360" cy="1207008"/>
          </a:xfrm>
          <a:prstGeom prst="roundRect">
            <a:avLst>
              <a:gd name="adj" fmla="val 9091"/>
            </a:avLst>
          </a:prstGeom>
          <a:solidFill>
            <a:srgbClr val="1E2040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681728"/>
            <a:ext cx="640080" cy="640080"/>
          </a:xfrm>
          <a:prstGeom prst="ellipse">
            <a:avLst/>
          </a:prstGeom>
          <a:solidFill>
            <a:srgbClr val="262A4D"/>
          </a:solidFill>
          <a:ln w="15875">
            <a:solidFill>
              <a:srgbClr val="E270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6817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7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9943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free 2-week pilot first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9834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one class for 2 weeks at zero cost before you sign anything — this offer applies once you do.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to a 12-month term, for the first 10 nurseries to sign — a simple thank-you for betting on us early.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Pricing &amp; Offer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BONUS FOR YOUR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Parents can subscribe too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nice to share with your parent community — families get their own Ownly account, separate from your nursery plan.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920240" y="2377440"/>
            <a:ext cx="4206240" cy="2834640"/>
          </a:xfrm>
          <a:prstGeom prst="roundRect">
            <a:avLst>
              <a:gd name="adj" fmla="val 4516"/>
            </a:avLst>
          </a:prstGeom>
          <a:solidFill>
            <a:srgbClr val="1E204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240280" y="26974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3200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</a:t>
            </a:r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/month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✦"/>
            </a:pPr>
            <a:r>
              <a:rPr lang="en-US" sz="14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story /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4526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copies available at the same prices as above.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92240" y="2377440"/>
            <a:ext cx="4206240" cy="2834640"/>
          </a:xfrm>
          <a:prstGeom prst="roundRect">
            <a:avLst>
              <a:gd name="adj" fmla="val 4516"/>
            </a:avLst>
          </a:prstGeom>
          <a:solidFill>
            <a:srgbClr val="1E204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12280" y="26974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Plus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3200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7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</a:t>
            </a:r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/month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✦"/>
            </a:pPr>
            <a:r>
              <a:rPr lang="en-US" sz="14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stories /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4526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copies available at the same prices as above.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Ownly — Pricing &amp; Offer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TRIX-Technology/public/brand/ownly-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0972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8803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lock in your Founding Partner rate.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0" y="374904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Yousef Hawwari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+971 55 599 0694    ·    yousefhawwari@gmail.com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Ownly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Ownly - Pricing and Offer</dc:title>
  <dc:subject>PptxGenJS Presentation</dc:subject>
  <dc:creator>Ownly</dc:creator>
  <cp:lastModifiedBy>Ownly</cp:lastModifiedBy>
  <cp:revision>1</cp:revision>
  <dcterms:created xsi:type="dcterms:W3CDTF">2026-10-10T18:27:14Z</dcterms:created>
  <dcterms:modified xsi:type="dcterms:W3CDTF">2026-10-10T18:27:14Z</dcterms:modified>
</cp:coreProperties>
</file>